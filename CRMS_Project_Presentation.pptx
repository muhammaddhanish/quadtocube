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Campus Recruitment Management System</a:t>
            </a:r>
          </a:p>
          <a:p>
            <a:pPr>
              <a:spcBef>
                <a:spcPts val="1200"/>
              </a:spcBef>
              <a:defRPr sz="2000">
                <a:solidFill>
                  <a:srgbClr val="BAD7FF"/>
                </a:solidFill>
                <a:latin typeface="Arial"/>
              </a:defRPr>
            </a:pPr>
            <a:r>
              <a:t>NexusCRMS: An Automated, Role-Based Placement &amp; Drive Tracking Platform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Tech Stack: PHP (MVC) | MySQL | Bootstrap 5 | Chart.js | Apache (XAMPP)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Academic Mini Project Presentation |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BACKGROUND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The Problem: Why Traditional Placement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800" b="1">
                <a:solidFill>
                  <a:srgbClr val="2060DF"/>
                </a:solidFill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1800" b="1">
                <a:solidFill>
                  <a:srgbClr val="0F172A"/>
                </a:solidFill>
              </a:defRPr>
            </a:pPr>
            <a:r>
              <a:t>Manual &amp; Error-Prone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Universities rely heavily on scattered Excel sheets and Google Forms. Cross-verifying student CGPA, backlogs, and branch eligibility manually leads to critical human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800" b="1">
                <a:solidFill>
                  <a:srgbClr val="2060DF"/>
                </a:solidFill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1800" b="1">
                <a:solidFill>
                  <a:srgbClr val="0F172A"/>
                </a:solidFill>
              </a:defRPr>
            </a:pPr>
            <a:r>
              <a:t>Communication Gap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Job circulars sent over WhatsApp groups and bulk emails get overlooked. Students miss stringent application deadlines and lack visibility on their application review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800" b="1">
                <a:solidFill>
                  <a:srgbClr val="2060DF"/>
                </a:solidFill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1800" b="1">
                <a:solidFill>
                  <a:srgbClr val="0F172A"/>
                </a:solidFill>
              </a:defRPr>
            </a:pPr>
            <a:r>
              <a:t>Administrative Overload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Placement officers spend 80% of their time filtering resumes and compiling manual status logs rather than actively liaising with corporate recruiters and training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OUR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NexusCRMS: The Centralized Placement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Smart Eligibility Engine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Automatic real-time validation of Student CGPA, branch, and semester against job requirements. No ineligible submissions 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Transparent 4-Stage Tracker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Live visual status stepper: Applied -&gt; Under Review -&gt; Shortlisted -&gt; Selected with instant offer letter display.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Corporate &amp; Drive Manager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Full management of partner companies, job openings, CTC packages, criteria, and multi-round recruitment drives.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6908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Executive Analytics &amp; CSV Export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Real-time placement KPI metrics, branch-wise placement donut charts, and one-click university report downloads.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System Architecture: MVC Design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700" b="1">
                <a:solidFill>
                  <a:srgbClr val="0A2540"/>
                </a:solidFill>
              </a:defRPr>
            </a:pPr>
            <a:r>
              <a:t>Presentation Layer</a:t>
            </a:r>
          </a:p>
          <a:p>
            <a:pPr>
              <a:spcBef>
                <a:spcPts val="400"/>
              </a:spcBef>
              <a:defRPr sz="1200">
                <a:solidFill>
                  <a:srgbClr val="2060DF"/>
                </a:solidFill>
              </a:defRPr>
            </a:pPr>
            <a:r>
              <a:t>Frontend UI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Responsive Bootstrap 5 &amp; Vanilla CSS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Material Symbols &amp; Inter Typography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Chart.js for interactive analytics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Asynchronous fetch API &amp; modal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700" b="1">
                <a:solidFill>
                  <a:srgbClr val="0A2540"/>
                </a:solidFill>
              </a:defRPr>
            </a:pPr>
            <a:r>
              <a:t>Application Layer</a:t>
            </a:r>
          </a:p>
          <a:p>
            <a:pPr>
              <a:spcBef>
                <a:spcPts val="400"/>
              </a:spcBef>
              <a:defRPr sz="1200">
                <a:solidFill>
                  <a:srgbClr val="2060DF"/>
                </a:solidFill>
              </a:defRPr>
            </a:pPr>
            <a:r>
              <a:t>Backend PHP MVC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Front Controller (public/index.php)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Dedicated Controllers (Auth, Job, App)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Clean OOP Models (User, Job, Report)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Session &amp; CSRF security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700" b="1">
                <a:solidFill>
                  <a:srgbClr val="0A2540"/>
                </a:solidFill>
              </a:defRPr>
            </a:pPr>
            <a:r>
              <a:t>Data Layer</a:t>
            </a:r>
          </a:p>
          <a:p>
            <a:pPr>
              <a:spcBef>
                <a:spcPts val="400"/>
              </a:spcBef>
              <a:defRPr sz="1200">
                <a:solidFill>
                  <a:srgbClr val="2060DF"/>
                </a:solidFill>
              </a:defRPr>
            </a:pPr>
            <a:r>
              <a:t>Relational Database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MySQL 8.0 InnoDB engine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Referential integrity &amp; foreign keys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Prepared PDO statements (SQLi proof)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 Optimized indexing on search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Student User Journey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1. Profile Setup: </a:t>
            </a:r>
            <a:r>
              <a:rPr b="0">
                <a:solidFill>
                  <a:srgbClr val="64748B"/>
                </a:solidFill>
              </a:rPr>
              <a:t>Student registers with branch, semester, verified CGPA, skills, and resume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2. Explore Drives: </a:t>
            </a:r>
            <a:r>
              <a:rPr b="0">
                <a:solidFill>
                  <a:srgbClr val="64748B"/>
                </a:solidFill>
              </a:rPr>
              <a:t>Browse active openings; live badges show 'Eligible (Match 85%)' or specific reason if disqualified.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3. One-Click Apply: </a:t>
            </a:r>
            <a:r>
              <a:rPr b="0">
                <a:solidFill>
                  <a:srgbClr val="64748B"/>
                </a:solidFill>
              </a:rPr>
              <a:t>Direct 1-click submission with cover notes. Guard checks prevent duplicate entries.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4. Real-Time Tracking: </a:t>
            </a:r>
            <a:r>
              <a:rPr b="0">
                <a:solidFill>
                  <a:srgbClr val="64748B"/>
                </a:solidFill>
              </a:rPr>
              <a:t>Watch application journey live: Applied -&gt; Under Review -&gt; Shortlisted -&gt; Placed!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5. Offer Letter: </a:t>
            </a:r>
            <a:r>
              <a:rPr b="0">
                <a:solidFill>
                  <a:srgbClr val="64748B"/>
                </a:solidFill>
              </a:rPr>
              <a:t>View confirmed offer letter reference code and coordinator feedback directly in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ADMINISTRATIVE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Placement Cell Administrative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1. Corporate Onboarding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Create and maintain profiles for recruiting partners (Google, Microsoft, AWS, TCS, Infosys) including HR contacts and company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2. Placement Drive Launch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Publish job drives specifying CTC package, job description, minimum CGPA, eligible branches, and deadline timestamp.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3. Candidate Review Board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Filter applicant rosters by drive, review credentials, update workflow status across interview rounds, and assign official offer 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4. Analytics &amp; CSV Export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Monitor live placement percentage, average salary metrics, and export sanitized accreditation-ready CSV reports for NAAC/NIRF.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Relational Schema &amp; Entity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TABLE: students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student_id (PK), name, email, password_hash, phone, course, semester, cgpa, skills, resume_link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TABLE: admins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admin_id (PK), name, email, password_hash, role ('superadmin', 'coordinator')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TABLE: companies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company_id (PK), company_name, contact_email, website, industry, location,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29184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TABLE: jobs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job_id (PK), company_id (FK), title, salary_package, min_cgpa, allowed_courses, deadline,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TABLE: applications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application_id (PK), job_id (FK), student_id (FK), applied_date, status,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548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A2540"/>
                </a:solidFill>
              </a:defRPr>
            </a:pPr>
            <a:r>
              <a:t>TABLE: selections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selection_id (PK), application_id (FK), result, offer_letter_ref, remarks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ENGINEERING MERITS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Key Highlights &amp; Security Implementations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Security: Bcrypt &amp; Prepared Statements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Zero plain-text passwords stored. All database queries execute via PDO prepared parameters to completely eradicate SQL Injection vulnerabilities.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Automated Validation Engine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System automatically verifies student CGPA &gt;= job min_cgpa, checks branch in allowed_courses list, and ensures current timestamp &lt; deadline.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Duplicate Submission Guard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Database unique constraints and controller guard clauses prevent accidental double submissions for the same opening.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Fast XAMPP &amp; Apache Integration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Seamless zero-configuration deployment on localhost Apache with URL rewrites and root forwarder.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60DF"/>
                </a:solidFill>
                <a:latin typeface="Arial"/>
              </a:defRPr>
            </a:pPr>
            <a:r>
              <a:t>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Arial"/>
              </a:defRPr>
            </a:pPr>
            <a:r>
              <a:t>Live Demonstration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Step 1: Admin Dashboard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Log in as admin@crms.edu | Review real-time KPIs, branch placement donut chart, and drive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Step 2: Post New Drive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Navigate to Jobs -&gt; Create new drive with criteria (e.g. 7.5 CGPA, CSE/IT, 12 LPA).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Step 3: Student Experience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Log in as rahul.sharma@crms.edu | Observe smart eligibility badges and apply with 1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060DF"/>
                </a:solidFill>
              </a:defRPr>
            </a:pPr>
            <a:r>
              <a:t>Step 4: Shortlisting &amp; Offer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Switch back to coordinator | Shortlist candidate, advance stage, and grant offer letter reference.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926080"/>
          </a:xfrm>
          <a:prstGeom prst="roundRect">
            <a:avLst/>
          </a:prstGeom>
          <a:solidFill>
            <a:srgbClr val="0F213C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Resume Parser (AI/NLP)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Automate skill extraction from PDF resumes to match candidate suitability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383280" cy="2926080"/>
          </a:xfrm>
          <a:prstGeom prst="roundRect">
            <a:avLst/>
          </a:prstGeom>
          <a:solidFill>
            <a:srgbClr val="0F213C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Automated Email / SMS Alerts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Notify students instantaneously via SendGrid or Twilio when shortlisted or scheduled for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743200"/>
            <a:ext cx="3383280" cy="2926080"/>
          </a:xfrm>
          <a:prstGeom prst="roundRect">
            <a:avLst/>
          </a:prstGeom>
          <a:solidFill>
            <a:srgbClr val="0F213C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Online Assessment Module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Integrated coding / aptitude testing platform directly within the placement cell portal.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