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CAMPUS RECRUITMENT SYSTEM</a:t>
            </a:r>
          </a:p>
          <a:p>
            <a:pPr>
              <a:spcBef>
                <a:spcPts val="8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NexusCRMS</a:t>
            </a:r>
          </a:p>
          <a:p>
            <a:pPr>
              <a:spcBef>
                <a:spcPts val="800"/>
              </a:spcBef>
              <a:defRPr sz="2000">
                <a:solidFill>
                  <a:srgbClr val="BFDBFE"/>
                </a:solidFill>
                <a:latin typeface="Arial"/>
              </a:defRPr>
            </a:pPr>
            <a:r>
              <a:t>Project Demonstration &amp; Live Website Walkthrough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An interactive, automated platform connecting college placement cells, recruiting companies, and eligible students.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• Role-Based Access (Admin &amp; Student)</a:t>
            </a:r>
            <a:br/>
            <a:r>
              <a:t>• Real-Time CGPA &amp; Branch Eligibility Engine</a:t>
            </a:r>
            <a:br/>
            <a:r>
              <a:t>• 4-Stage Visual Application Pipeline</a:t>
            </a:r>
            <a:br/>
            <a:r>
              <a:t>• Built on PHP (MVC) + MySQL + Bootstrap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097280"/>
            <a:ext cx="58521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1097280"/>
            <a:ext cx="58521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06440" y="120700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1" y="120700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35624" y="120700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170432"/>
            <a:ext cx="484632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localhost/crms/admin/dashboard</a:t>
            </a:r>
          </a:p>
        </p:txBody>
      </p:sp>
      <p:pic>
        <p:nvPicPr>
          <p:cNvPr id="10" name="Picture 9" descr="01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481328"/>
            <a:ext cx="5815584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ADMINISTRATOR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Admin Placement Dashboard &amp; Live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Real-Time KPI Cards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Live counters for Total Placed Candidates, Active Job Drives, Partner Companies, and Placement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Recruitment Activity Feed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Monitors live application submissions and urgent stage-closing drives.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Fast Navigation Drawer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Instant 1-click access to candidate pools, drive creation, company lists, and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localhost/crms/admin/dashboard</a:t>
            </a:r>
          </a:p>
        </p:txBody>
      </p:sp>
      <p:pic>
        <p:nvPicPr>
          <p:cNvPr id="14" name="Picture 13" descr="01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STUDENT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Student Directory &amp; Verification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Comprehensive Student Profiles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Displays verified academic records: Roll number, Course/Branch, Semester, and CGPA.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Advanced Branch Filtering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Quickly filter eligible pools across B.Tech CSE, IT, ECE, MCA, or Mechanical.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Resume &amp; Contact Links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Direct access to uploaded GitHub/PDF resumes and student contact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localhost/crms/admin/students</a:t>
            </a:r>
          </a:p>
        </p:txBody>
      </p:sp>
      <p:pic>
        <p:nvPicPr>
          <p:cNvPr id="14" name="Picture 13" descr="02_manage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CORPORATE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Partner Companies &amp; Recruiter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Corporate Directory (CRUD)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Manage recruiting profiles for Google, Microsoft, AWS, TCS, Infosys, and startups.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Recruiter Contact Database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Stores designated HR point of contact, corporate emails, phone numbers, and official websites.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Hiring History &amp; Tiering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Categorize partners into Tier-1 and mass hiring categories with active opening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localhost/crms/admin/companies</a:t>
            </a:r>
          </a:p>
        </p:txBody>
      </p:sp>
      <p:pic>
        <p:nvPicPr>
          <p:cNvPr id="14" name="Picture 13" descr="03_manage_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PLACEMENT DRIVES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Job Drives &amp; Placement Drive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Drive Configuration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Create openings specifying Job Title, Job Type (Full-time / Internship), and CTC Salary Packages.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Strict Eligibility Criteria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Set minimum CGPA cut-off, allowed degrees, eligible semesters, and required skill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Deadlines &amp; Status Control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Enforces automated application deadlines and toggle active/closed drive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localhost/crms/admin/jobs</a:t>
            </a:r>
          </a:p>
        </p:txBody>
      </p:sp>
      <p:pic>
        <p:nvPicPr>
          <p:cNvPr id="14" name="Picture 13" descr="04_manage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APPLICATION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Applications Review &amp; Candidate Roster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Centralized Applications Feed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Real-time list of all submissions filtered by drive and hiring department.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Status Action Controls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Easily update candidates to Under Review, Shortlisted, Selected, or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Coordinator Notes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Log confidential interview comments and technical round evaluation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localhost/crms/admin/applications</a:t>
            </a:r>
          </a:p>
        </p:txBody>
      </p:sp>
      <p:pic>
        <p:nvPicPr>
          <p:cNvPr id="14" name="Picture 13" descr="05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SELECTION &amp; HIRING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Shortlisting Board &amp; Offer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Interactive Selection Board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Drive-by-drive evaluation interface for placement coordinators.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Offer Letter Allocation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Assign official institutional offer reference numbers (e.g. MSFT-2026-INT-0441).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Remarks &amp; Feedback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Record special packaging terms, PPO agreements, and joining remarks.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localhost/crms/admin/shortlisting</a:t>
            </a:r>
          </a:p>
        </p:txBody>
      </p:sp>
      <p:pic>
        <p:nvPicPr>
          <p:cNvPr id="14" name="Picture 13" descr="06_shortl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STUDENT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Student Dashboard &amp; Visual Application Tracker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Personalized Student View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Shows academic standing, current semester, verified CGPA, and skill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4-Stage Visual Stepper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Live color-coded status bar: Applied -&gt; Under Review -&gt; Shortlisted -&gt; Selected!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Instant Offer Recognition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Direct view of received placement offers and coordinator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localhost/crms/student/dashboard</a:t>
            </a:r>
          </a:p>
        </p:txBody>
      </p:sp>
      <p:pic>
        <p:nvPicPr>
          <p:cNvPr id="14" name="Picture 13" descr="07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OPPORTUNITIES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Smart Eligibility Engine &amp; Job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Automated Eligibility Checks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Real-time algorithmic check against student CGPA, branch, and semester.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Visual Status Indicators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Green badge for Eligible drives (with skill match %); Red badge with exact disqualification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1-Click Fast Apply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Instant submission with guard checks preventing duplicate submissions.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040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8132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1" y="14813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4" y="1481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444752"/>
            <a:ext cx="6035040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475569"/>
                </a:solidFill>
                <a:latin typeface="Consolas"/>
              </a:defRPr>
            </a:pPr>
            <a:r>
              <a:t>🔒 localhost/crms/student/opportunities</a:t>
            </a:r>
          </a:p>
        </p:txBody>
      </p:sp>
      <p:pic>
        <p:nvPicPr>
          <p:cNvPr id="14" name="Picture 13" descr="08_student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55648"/>
            <a:ext cx="7004304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NexusCRMS: Technology &amp; Architecture Summary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A fully responsive, production-ready campus placement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5603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Frontend Design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Bootstrap 5 + Vanilla CSS</a:t>
            </a:r>
            <a:br/>
            <a:r>
              <a:t>Material Design Symbols</a:t>
            </a:r>
            <a:br/>
            <a:r>
              <a:t>Mobile &amp; Desktop Responsive</a:t>
            </a:r>
            <a:br/>
            <a:r>
              <a:t>Chart.js Data Visualizations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377440"/>
            <a:ext cx="25603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Backend Architecture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PHP 8.2 (MVC Pattern)</a:t>
            </a:r>
            <a:br/>
            <a:r>
              <a:t>Front Controller Routing</a:t>
            </a:r>
            <a:br/>
            <a:r>
              <a:t>Clean OOP Domain Models</a:t>
            </a:r>
            <a:br/>
            <a:r>
              <a:t>Strict Session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377440"/>
            <a:ext cx="25603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Database Layer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MySQL 8.0 Relational DB</a:t>
            </a:r>
            <a:br/>
            <a:r>
              <a:t>PDO Prepared Statements</a:t>
            </a:r>
            <a:br/>
            <a:r>
              <a:t>Foreign Key Constraints</a:t>
            </a:r>
            <a:br/>
            <a:r>
              <a:t>Indexed Search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377440"/>
            <a:ext cx="25603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Security Features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Bcrypt Password Hashing</a:t>
            </a:r>
            <a:br/>
            <a:r>
              <a:t>SQLi Immunity via PDO</a:t>
            </a:r>
            <a:br/>
            <a:r>
              <a:t>Duplicate Application Guards</a:t>
            </a:r>
            <a:br/>
            <a:r>
              <a:t>Role-Based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✨ Thank you! Open for Questions &amp; Live Demonstration (localhost/crms/)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